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25" d="100"/>
          <a:sy n="25" d="100"/>
        </p:scale>
        <p:origin x="19" y="1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E817-06D7-E88E-AFD0-F6ECAF42C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C1CEA-BC80-A759-DC3E-BA28C31C4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ADF32-0D88-5CD8-AE1E-0D7F3316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4B10F-EE9A-374C-EDAF-E2AF8FF4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A3BA7-50E7-9BE1-91D4-85783870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1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198B-A149-E653-0ACF-DB768CC0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A8514-869A-E6AE-5ED5-FEC11FAFF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0DA58-FECD-6B6B-B558-AE39BE73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562F5-AABD-117D-A199-80A26E89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39645-219D-A158-6DFE-B74C0172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30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6173-87A6-6D24-D8FB-5F5F6783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7BC57-A87B-EC3F-A2ED-BA2BD5F4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9B0CD-9576-47EA-7B9C-AFE7D9AF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1E3B2-3E15-6A73-5EBC-5F314B14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1B65-232B-4650-F891-092B2F3C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91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DE6A-CED6-7D88-3908-DEC43096A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23F5E-F64D-2757-478D-A06B12FE1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BEFA1-5CAF-0C3B-2FCC-3D3C613DC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5ADC0-27CF-B04F-8AB8-52C5FB8C7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91298-F0D2-A56E-1554-681724BA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8D1DF-8177-6B1D-0261-E40B7135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7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2B47-5F89-BAED-1856-56600A0C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37F96-28AD-C53B-488A-58ABA77F2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2F8D6-871F-74CE-36EE-BE1A2B99C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CA9F5-36AF-A377-E87C-65767DED2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7C0E8-AA92-D936-44DC-6914D111D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8744DE-9857-CE8F-317E-C943121C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603175-49B3-C08F-A5F4-1AE88723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B37F3-BE29-FF14-6207-5E520454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671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704C-A9CA-E52C-2233-F870738A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DF463-3D6F-2247-BB6E-9F932BD8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3943C-3ED8-D91F-347D-7AA59EDD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1AD1D-EDA1-6A53-9304-8AA6FD18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61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B4444-DC59-CA76-7DB0-8420DD02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E5F81-8488-80E8-8D4C-ECC08004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E32E4-D58D-8514-E725-E47274061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9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D8CD-79B0-C29A-FE1F-5006726E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BEB3A-467F-92DA-D2D7-D2C4D5C31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EC24F-A4FD-56C0-1922-189EAE688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8B4C1-A557-6CAD-688D-35C57261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7145C-8FCE-67C2-4E09-CBFDD83C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FED1D-D7AC-E950-A216-07F2D25D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54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60A0-A58A-34CC-0BFB-11F12768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47D63-3D91-F474-7306-4ACBD09A3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8C180-851D-0A65-3376-8C29E7493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C8CA5-D600-6390-8BDA-4DDE0D26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FD74B-60E5-889D-4835-3BB5F8A4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9C080-5E0F-28A4-AF4C-34C2288B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43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036F-4695-72A0-72BF-B3215D82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086B6-27D8-3AF5-4B9E-B396FE3B3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7C4FB-D3A4-7699-C536-567F2311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8BC53-19F7-F650-1272-091B4386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7F916-37AC-6077-EDC6-B30EE25B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34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4B48E-B052-8988-AE7E-8FC0BB6F9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31209-B5F5-0682-7F52-124AB4910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F9FDF-81E6-FC68-6672-051E59EF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A6074-D78F-7C10-3228-53BBE14A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C2507-2A72-0246-70C7-3EAD05D5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08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999B2-04EB-01B9-DB29-289BD2BF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FB116-9A57-E81D-EB5F-8723A6AD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73C6-FD6A-44F9-5825-9E982B87F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F854D-C21E-4D58-92AB-059CF40B73D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A31B2-B400-1F54-564C-BAADAFEF9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8359F-2634-322A-2D63-6C9348AF6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A7BDC-BD9E-4400-B824-C65BA994C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3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1182C-F321-B8F1-9191-EE0FED5B8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Banking Management System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F24CA-217B-D9C2-ABB4-CD51C372E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Submitted By: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Himanshu Rajput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Technology Used: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Dictionary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Functions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474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CBA23-24C1-294A-4926-65F8771C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3700"/>
              <a:t>Introduction &amp; Objectives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56E4-14DF-C9A8-A1EE-58A182B1D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IN" sz="2000" b="1"/>
              <a:t>Introduction</a:t>
            </a:r>
            <a:endParaRPr lang="en-IN" sz="2000"/>
          </a:p>
          <a:p>
            <a:r>
              <a:rPr lang="en-IN" sz="2000"/>
              <a:t>Banking Management System is a console-based Python application. </a:t>
            </a:r>
          </a:p>
          <a:p>
            <a:r>
              <a:rPr lang="en-IN" sz="2000"/>
              <a:t>It performs basic banking operations. </a:t>
            </a:r>
          </a:p>
          <a:p>
            <a:r>
              <a:rPr lang="en-IN" sz="2000" b="1"/>
              <a:t>Objectives</a:t>
            </a:r>
            <a:endParaRPr lang="en-IN" sz="2000"/>
          </a:p>
          <a:p>
            <a:r>
              <a:rPr lang="en-IN" sz="2000"/>
              <a:t>Create bank accounts </a:t>
            </a:r>
          </a:p>
          <a:p>
            <a:r>
              <a:rPr lang="en-IN" sz="2000"/>
              <a:t>Deposit money </a:t>
            </a:r>
          </a:p>
          <a:p>
            <a:r>
              <a:rPr lang="en-IN" sz="2000"/>
              <a:t>Withdraw money </a:t>
            </a:r>
          </a:p>
          <a:p>
            <a:r>
              <a:rPr lang="en-IN" sz="2000"/>
              <a:t>Check balance </a:t>
            </a:r>
          </a:p>
          <a:p>
            <a:r>
              <a:rPr lang="en-IN" sz="2000"/>
              <a:t>Display account details</a:t>
            </a:r>
          </a:p>
          <a:p>
            <a:endParaRPr lang="en-IN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61A9C-696D-B308-426F-6CFFB8888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42" b="-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21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E8B22-DC32-6B33-4101-4CC2E3EEE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N" sz="3700"/>
              <a:t>Working of the Project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0400-F3D4-AB10-CAA6-53CD9AA08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IN" sz="2000" b="1"/>
              <a:t>Workflow</a:t>
            </a:r>
            <a:endParaRPr lang="en-IN" sz="2000"/>
          </a:p>
          <a:p>
            <a:r>
              <a:rPr lang="en-IN" sz="2000"/>
              <a:t>Start Program</a:t>
            </a:r>
            <a:br>
              <a:rPr lang="en-IN" sz="2000"/>
            </a:br>
            <a:r>
              <a:rPr lang="en-IN" sz="2000"/>
              <a:t>↓</a:t>
            </a:r>
            <a:br>
              <a:rPr lang="en-IN" sz="2000"/>
            </a:br>
            <a:r>
              <a:rPr lang="en-IN" sz="2000"/>
              <a:t>Display Menu</a:t>
            </a:r>
            <a:br>
              <a:rPr lang="en-IN" sz="2000"/>
            </a:br>
            <a:r>
              <a:rPr lang="en-IN" sz="2000"/>
              <a:t>↓</a:t>
            </a:r>
            <a:br>
              <a:rPr lang="en-IN" sz="2000"/>
            </a:br>
            <a:r>
              <a:rPr lang="en-IN" sz="2000"/>
              <a:t>User Selects Option</a:t>
            </a:r>
            <a:br>
              <a:rPr lang="en-IN" sz="2000"/>
            </a:br>
            <a:r>
              <a:rPr lang="en-IN" sz="2000"/>
              <a:t>↓</a:t>
            </a:r>
            <a:br>
              <a:rPr lang="en-IN" sz="2000"/>
            </a:br>
            <a:r>
              <a:rPr lang="en-IN" sz="2000"/>
              <a:t>Perform Operation</a:t>
            </a:r>
            <a:br>
              <a:rPr lang="en-IN" sz="2000"/>
            </a:br>
            <a:r>
              <a:rPr lang="en-IN" sz="2000"/>
              <a:t>↓</a:t>
            </a:r>
            <a:br>
              <a:rPr lang="en-IN" sz="2000"/>
            </a:br>
            <a:r>
              <a:rPr lang="en-IN" sz="2000"/>
              <a:t>Return to Menu</a:t>
            </a:r>
            <a:br>
              <a:rPr lang="en-IN" sz="2000"/>
            </a:br>
            <a:r>
              <a:rPr lang="en-IN" sz="2000"/>
              <a:t>↓</a:t>
            </a:r>
            <a:br>
              <a:rPr lang="en-IN" sz="2000"/>
            </a:br>
            <a:r>
              <a:rPr lang="en-IN" sz="2000"/>
              <a:t>Exit</a:t>
            </a:r>
          </a:p>
          <a:p>
            <a:endParaRPr lang="en-IN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E0092-D098-E55F-1AC0-2308CE27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56" b="-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8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20C988C-FAAD-4B22-8BA7-6B5DEFD8D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23F48-3EB8-9BC2-18A0-E4D481DCA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73946"/>
            <a:ext cx="5114150" cy="1325563"/>
          </a:xfrm>
        </p:spPr>
        <p:txBody>
          <a:bodyPr>
            <a:normAutofit/>
          </a:bodyPr>
          <a:lstStyle/>
          <a:p>
            <a:r>
              <a:rPr lang="en-IN" dirty="0"/>
              <a:t>Logic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7475D-4C2A-B976-C9D5-CDA952C32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114150" cy="4351338"/>
          </a:xfrm>
        </p:spPr>
        <p:txBody>
          <a:bodyPr>
            <a:normAutofit/>
          </a:bodyPr>
          <a:lstStyle/>
          <a:p>
            <a:r>
              <a:rPr lang="en-IN" sz="1500" b="1"/>
              <a:t>Python Concepts Used</a:t>
            </a:r>
            <a:endParaRPr lang="en-IN" sz="1500"/>
          </a:p>
          <a:p>
            <a:r>
              <a:rPr lang="en-IN" sz="1500"/>
              <a:t>Dictionary for storing accounts </a:t>
            </a:r>
          </a:p>
          <a:p>
            <a:r>
              <a:rPr lang="en-IN" sz="1500"/>
              <a:t>Functions for operations </a:t>
            </a:r>
          </a:p>
          <a:p>
            <a:r>
              <a:rPr lang="en-IN" sz="1500"/>
              <a:t>Loops for menu repetition </a:t>
            </a:r>
          </a:p>
          <a:p>
            <a:r>
              <a:rPr lang="en-IN" sz="1500"/>
              <a:t>Conditional Statements for validation</a:t>
            </a:r>
          </a:p>
          <a:p>
            <a:pPr marL="0" indent="0">
              <a:buNone/>
            </a:pPr>
            <a:r>
              <a:rPr lang="en-IN" sz="1500" b="1"/>
              <a:t>Dictionary Example</a:t>
            </a:r>
          </a:p>
          <a:p>
            <a:pPr marL="0" indent="0">
              <a:buNone/>
            </a:pPr>
            <a:r>
              <a:rPr lang="en-US" sz="1500"/>
              <a:t>accounts = {</a:t>
            </a:r>
          </a:p>
          <a:p>
            <a:pPr marL="0" indent="0">
              <a:buNone/>
            </a:pPr>
            <a:r>
              <a:rPr lang="en-US" sz="1500"/>
              <a:t>    "101": {</a:t>
            </a:r>
          </a:p>
          <a:p>
            <a:pPr marL="0" indent="0">
              <a:buNone/>
            </a:pPr>
            <a:r>
              <a:rPr lang="en-US" sz="1500"/>
              <a:t>        "name": "Himanshu",</a:t>
            </a:r>
          </a:p>
          <a:p>
            <a:pPr marL="0" indent="0">
              <a:buNone/>
            </a:pPr>
            <a:r>
              <a:rPr lang="en-US" sz="1500"/>
              <a:t>        "balance": 5000</a:t>
            </a:r>
          </a:p>
          <a:p>
            <a:pPr marL="0" indent="0">
              <a:buNone/>
            </a:pPr>
            <a:r>
              <a:rPr lang="en-US" sz="1500"/>
              <a:t>    }</a:t>
            </a:r>
          </a:p>
          <a:p>
            <a:pPr marL="0" indent="0">
              <a:buNone/>
            </a:pPr>
            <a:r>
              <a:rPr lang="en-US" sz="1500"/>
              <a:t>}</a:t>
            </a:r>
            <a:endParaRPr lang="en-IN" sz="15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2635" y="2507215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432189" flipV="1">
            <a:off x="7537061" y="1878543"/>
            <a:ext cx="4592562" cy="45925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892A00-A186-2B2F-D8DD-51C9C96FE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651" y="736679"/>
            <a:ext cx="2403889" cy="1865085"/>
          </a:xfrm>
          <a:custGeom>
            <a:avLst/>
            <a:gdLst/>
            <a:ahLst/>
            <a:cxnLst/>
            <a:rect l="l" t="t" r="r" b="b"/>
            <a:pathLst>
              <a:path w="2185353" h="2064564">
                <a:moveTo>
                  <a:pt x="65529" y="0"/>
                </a:moveTo>
                <a:lnTo>
                  <a:pt x="2119824" y="0"/>
                </a:lnTo>
                <a:cubicBezTo>
                  <a:pt x="2156015" y="0"/>
                  <a:pt x="2185353" y="29338"/>
                  <a:pt x="2185353" y="65529"/>
                </a:cubicBezTo>
                <a:lnTo>
                  <a:pt x="2185353" y="1999035"/>
                </a:lnTo>
                <a:cubicBezTo>
                  <a:pt x="2185353" y="2035226"/>
                  <a:pt x="2156015" y="2064564"/>
                  <a:pt x="2119824" y="2064564"/>
                </a:cubicBezTo>
                <a:lnTo>
                  <a:pt x="65529" y="2064564"/>
                </a:lnTo>
                <a:cubicBezTo>
                  <a:pt x="29338" y="2064564"/>
                  <a:pt x="0" y="2035226"/>
                  <a:pt x="0" y="1999035"/>
                </a:cubicBezTo>
                <a:lnTo>
                  <a:pt x="0" y="65529"/>
                </a:lnTo>
                <a:cubicBezTo>
                  <a:pt x="0" y="29338"/>
                  <a:pt x="29338" y="0"/>
                  <a:pt x="65529" y="0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E51A66-926E-2B3D-9A1D-FCB6B03DA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926" y="3209044"/>
            <a:ext cx="2987191" cy="2264067"/>
          </a:xfrm>
          <a:custGeom>
            <a:avLst/>
            <a:gdLst/>
            <a:ahLst/>
            <a:cxnLst/>
            <a:rect l="l" t="t" r="r" b="b"/>
            <a:pathLst>
              <a:path w="2185353" h="2064564">
                <a:moveTo>
                  <a:pt x="65529" y="0"/>
                </a:moveTo>
                <a:lnTo>
                  <a:pt x="2119824" y="0"/>
                </a:lnTo>
                <a:cubicBezTo>
                  <a:pt x="2156015" y="0"/>
                  <a:pt x="2185353" y="29338"/>
                  <a:pt x="2185353" y="65529"/>
                </a:cubicBezTo>
                <a:lnTo>
                  <a:pt x="2185353" y="1999035"/>
                </a:lnTo>
                <a:cubicBezTo>
                  <a:pt x="2185353" y="2035226"/>
                  <a:pt x="2156015" y="2064564"/>
                  <a:pt x="2119824" y="2064564"/>
                </a:cubicBezTo>
                <a:lnTo>
                  <a:pt x="65529" y="2064564"/>
                </a:lnTo>
                <a:cubicBezTo>
                  <a:pt x="29338" y="2064564"/>
                  <a:pt x="0" y="2035226"/>
                  <a:pt x="0" y="1999035"/>
                </a:cubicBezTo>
                <a:lnTo>
                  <a:pt x="0" y="65529"/>
                </a:lnTo>
                <a:cubicBezTo>
                  <a:pt x="0" y="29338"/>
                  <a:pt x="29338" y="0"/>
                  <a:pt x="6552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2062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66127-BFB7-5BC0-07A8-95D2E976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Features &amp; Conclusion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DDC2B-DAF0-8D8B-52CD-E68AE9A62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N" sz="1700" b="1"/>
              <a:t>Features</a:t>
            </a:r>
            <a:endParaRPr lang="en-IN" sz="1700"/>
          </a:p>
          <a:p>
            <a:r>
              <a:rPr lang="en-IN" sz="1700"/>
              <a:t>Create Account </a:t>
            </a:r>
          </a:p>
          <a:p>
            <a:r>
              <a:rPr lang="en-IN" sz="1700"/>
              <a:t>Deposit Money </a:t>
            </a:r>
          </a:p>
          <a:p>
            <a:r>
              <a:rPr lang="en-IN" sz="1700"/>
              <a:t>Withdraw Money </a:t>
            </a:r>
          </a:p>
          <a:p>
            <a:r>
              <a:rPr lang="en-IN" sz="1700"/>
              <a:t>Check Balance </a:t>
            </a:r>
          </a:p>
          <a:p>
            <a:r>
              <a:rPr lang="en-IN" sz="1700"/>
              <a:t>Show All Accounts </a:t>
            </a:r>
          </a:p>
          <a:p>
            <a:r>
              <a:rPr lang="en-IN" sz="1700"/>
              <a:t>Input Validation </a:t>
            </a:r>
          </a:p>
          <a:p>
            <a:r>
              <a:rPr lang="en-IN" sz="1700" b="1"/>
              <a:t>Conclusion</a:t>
            </a:r>
            <a:endParaRPr lang="en-IN" sz="1700"/>
          </a:p>
          <a:p>
            <a:r>
              <a:rPr lang="en-IN" sz="1700"/>
              <a:t>Learned Python functions, dictionaries, loops, and real-world problem solving.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D0132-13EC-A1EC-9CCC-F865BFDAC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06" y="2484255"/>
            <a:ext cx="4552528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4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157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Banking Management System in Python</vt:lpstr>
      <vt:lpstr>Introduction &amp; Objectives</vt:lpstr>
      <vt:lpstr>Working of the Project</vt:lpstr>
      <vt:lpstr>Logic Used</vt:lpstr>
      <vt:lpstr>Features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Rajput</dc:creator>
  <cp:lastModifiedBy>Himanshu Rajput</cp:lastModifiedBy>
  <cp:revision>1</cp:revision>
  <dcterms:created xsi:type="dcterms:W3CDTF">2026-06-23T10:04:19Z</dcterms:created>
  <dcterms:modified xsi:type="dcterms:W3CDTF">2026-06-23T10:16:14Z</dcterms:modified>
</cp:coreProperties>
</file>